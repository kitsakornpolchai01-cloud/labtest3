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1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9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2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2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7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3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3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7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7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53AE0-7308-4A12-B0BB-E818482639B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A9D9-65FF-4F07-8D4D-E2E2FF1CD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4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6178" y="847288"/>
            <a:ext cx="2122414" cy="1031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49680" y="847288"/>
            <a:ext cx="2122414" cy="1031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853182" y="847288"/>
            <a:ext cx="2122414" cy="1031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472268" y="1140897"/>
            <a:ext cx="127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สมาชิกห้องสมุด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3115" y="1187063"/>
            <a:ext cx="802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หนังสือ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13264" y="1184808"/>
            <a:ext cx="1795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บันทึกการยืม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51482" y="2172743"/>
            <a:ext cx="2499920" cy="3028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39567" y="2205809"/>
            <a:ext cx="2978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th-TH" dirty="0" smtClean="0"/>
              <a:t>รหัสสมาชิก</a:t>
            </a:r>
            <a:r>
              <a:rPr lang="en-US" dirty="0" smtClean="0"/>
              <a:t> :string</a:t>
            </a:r>
          </a:p>
          <a:p>
            <a:r>
              <a:rPr lang="en-US" dirty="0" smtClean="0"/>
              <a:t>-</a:t>
            </a:r>
            <a:r>
              <a:rPr lang="th-TH" dirty="0" smtClean="0"/>
              <a:t>ชื่อ</a:t>
            </a:r>
            <a:r>
              <a:rPr lang="en-US" dirty="0" smtClean="0"/>
              <a:t> : string</a:t>
            </a:r>
          </a:p>
          <a:p>
            <a:r>
              <a:rPr lang="en-US" dirty="0" smtClean="0"/>
              <a:t>-</a:t>
            </a:r>
            <a:r>
              <a:rPr lang="th-TH" dirty="0" smtClean="0"/>
              <a:t>อีเมล</a:t>
            </a:r>
            <a:r>
              <a:rPr lang="en-US" dirty="0" smtClean="0"/>
              <a:t> : string</a:t>
            </a:r>
          </a:p>
          <a:p>
            <a:r>
              <a:rPr lang="en-US" dirty="0" smtClean="0"/>
              <a:t>-</a:t>
            </a:r>
            <a:r>
              <a:rPr lang="th-TH" dirty="0" smtClean="0"/>
              <a:t>เบอร์โทรศัพท์มือถือ </a:t>
            </a:r>
            <a:r>
              <a:rPr lang="en-US" dirty="0" smtClean="0"/>
              <a:t>: number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0926" y="2114399"/>
            <a:ext cx="2499920" cy="3028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670370" y="2114399"/>
            <a:ext cx="2499920" cy="3028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4" idx="3"/>
            <a:endCxn id="5" idx="1"/>
          </p:cNvCxnSpPr>
          <p:nvPr/>
        </p:nvCxnSpPr>
        <p:spPr>
          <a:xfrm>
            <a:off x="3168592" y="1363211"/>
            <a:ext cx="1781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72094" y="1342344"/>
            <a:ext cx="1781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2" idx="1"/>
            <a:endCxn id="12" idx="3"/>
          </p:cNvCxnSpPr>
          <p:nvPr/>
        </p:nvCxnSpPr>
        <p:spPr>
          <a:xfrm>
            <a:off x="851482" y="3686959"/>
            <a:ext cx="2499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40709" y="2190167"/>
            <a:ext cx="234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-วันที่ยืม</a:t>
            </a:r>
            <a:r>
              <a:rPr lang="en-US" dirty="0" smtClean="0"/>
              <a:t> : date</a:t>
            </a:r>
            <a:endParaRPr lang="th-TH" dirty="0" smtClean="0"/>
          </a:p>
          <a:p>
            <a:r>
              <a:rPr lang="th-TH" dirty="0" smtClean="0"/>
              <a:t>-วันที่กำหนดการคืน</a:t>
            </a:r>
            <a:r>
              <a:rPr lang="en-US" dirty="0" smtClean="0"/>
              <a:t> : date</a:t>
            </a:r>
            <a:endParaRPr lang="th-TH" dirty="0" smtClean="0"/>
          </a:p>
          <a:p>
            <a:r>
              <a:rPr lang="th-TH" dirty="0" smtClean="0"/>
              <a:t>-วันที่คืน </a:t>
            </a:r>
            <a:r>
              <a:rPr lang="en-US" dirty="0" smtClean="0"/>
              <a:t>: date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60926" y="3686959"/>
            <a:ext cx="2499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670370" y="3685558"/>
            <a:ext cx="2499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44211" y="2176526"/>
            <a:ext cx="2340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-รหัสหนังสือ </a:t>
            </a:r>
            <a:r>
              <a:rPr lang="en-US" dirty="0" smtClean="0"/>
              <a:t>: string</a:t>
            </a:r>
            <a:endParaRPr lang="th-TH" dirty="0" smtClean="0"/>
          </a:p>
          <a:p>
            <a:r>
              <a:rPr lang="th-TH" dirty="0" smtClean="0"/>
              <a:t>-ชื่อเรื่อง</a:t>
            </a:r>
            <a:r>
              <a:rPr lang="en-US" dirty="0" smtClean="0"/>
              <a:t> : string</a:t>
            </a:r>
            <a:endParaRPr lang="th-TH" dirty="0" smtClean="0"/>
          </a:p>
          <a:p>
            <a:r>
              <a:rPr lang="th-TH" dirty="0" smtClean="0"/>
              <a:t>-ผู้แต่ง</a:t>
            </a:r>
            <a:r>
              <a:rPr lang="en-US" dirty="0" smtClean="0"/>
              <a:t> : string</a:t>
            </a:r>
            <a:endParaRPr lang="th-TH" dirty="0" smtClean="0"/>
          </a:p>
          <a:p>
            <a:r>
              <a:rPr lang="th-TH" dirty="0" smtClean="0"/>
              <a:t>-สถานะการยืม</a:t>
            </a:r>
            <a:r>
              <a:rPr lang="en-US" dirty="0"/>
              <a:t> </a:t>
            </a:r>
            <a:r>
              <a:rPr lang="en-US" dirty="0" smtClean="0"/>
              <a:t>: string</a:t>
            </a:r>
            <a:endParaRPr lang="th-TH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4840709" y="3768564"/>
            <a:ext cx="234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+บันทึกการยืม</a:t>
            </a:r>
            <a:r>
              <a:rPr lang="en-US" dirty="0" smtClean="0"/>
              <a:t> () :void</a:t>
            </a:r>
          </a:p>
          <a:p>
            <a:r>
              <a:rPr lang="th-TH" dirty="0" smtClean="0"/>
              <a:t>+บันทึกการคืน</a:t>
            </a:r>
            <a:r>
              <a:rPr lang="en-US" dirty="0" smtClean="0"/>
              <a:t> () :void</a:t>
            </a:r>
          </a:p>
          <a:p>
            <a:r>
              <a:rPr lang="en-US" dirty="0" smtClean="0"/>
              <a:t>+</a:t>
            </a:r>
            <a:r>
              <a:rPr lang="th-TH" dirty="0" smtClean="0"/>
              <a:t>ตรวจสอบสถานะ</a:t>
            </a:r>
            <a:r>
              <a:rPr lang="en-US" dirty="0" smtClean="0"/>
              <a:t> () :string</a:t>
            </a:r>
            <a:endParaRPr lang="th-TH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939567" y="3797736"/>
            <a:ext cx="2340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+ยืมหนังสือ</a:t>
            </a:r>
            <a:r>
              <a:rPr lang="en-US" dirty="0" smtClean="0"/>
              <a:t> () : void</a:t>
            </a:r>
            <a:endParaRPr lang="th-TH" dirty="0" smtClean="0"/>
          </a:p>
          <a:p>
            <a:r>
              <a:rPr lang="th-TH" dirty="0" smtClean="0"/>
              <a:t>+คืนหนังสือ</a:t>
            </a:r>
            <a:r>
              <a:rPr lang="en-US" dirty="0" smtClean="0"/>
              <a:t> () : void</a:t>
            </a:r>
            <a:endParaRPr lang="th-TH" dirty="0" smtClean="0"/>
          </a:p>
          <a:p>
            <a:r>
              <a:rPr lang="th-TH" dirty="0" smtClean="0"/>
              <a:t>+ตรวจสอบประวัติการยืมหนังสือ</a:t>
            </a:r>
            <a:endParaRPr lang="en-US" dirty="0" smtClean="0"/>
          </a:p>
          <a:p>
            <a:r>
              <a:rPr lang="en-US" dirty="0" smtClean="0"/>
              <a:t>() : string</a:t>
            </a:r>
            <a:endParaRPr lang="th-TH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8744211" y="3797736"/>
            <a:ext cx="234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+ตรวจสอบสถานะ</a:t>
            </a:r>
            <a:r>
              <a:rPr lang="en-US" dirty="0" smtClean="0"/>
              <a:t>() : string</a:t>
            </a:r>
          </a:p>
          <a:p>
            <a:r>
              <a:rPr lang="en-US" dirty="0" smtClean="0"/>
              <a:t>+ </a:t>
            </a:r>
            <a:r>
              <a:rPr lang="th-TH" dirty="0" smtClean="0"/>
              <a:t>ถูกยืม </a:t>
            </a:r>
            <a:r>
              <a:rPr lang="en-US" dirty="0" smtClean="0"/>
              <a:t>() : void</a:t>
            </a:r>
          </a:p>
          <a:p>
            <a:r>
              <a:rPr lang="en-US" dirty="0" smtClean="0"/>
              <a:t>+ </a:t>
            </a:r>
            <a:r>
              <a:rPr lang="th-TH" dirty="0" smtClean="0"/>
              <a:t>คืนหนังสือ </a:t>
            </a:r>
            <a:r>
              <a:rPr lang="en-US" dirty="0" smtClean="0"/>
              <a:t>() : void</a:t>
            </a:r>
            <a:endParaRPr lang="th-TH" dirty="0" smtClean="0"/>
          </a:p>
        </p:txBody>
      </p:sp>
    </p:spTree>
    <p:extLst>
      <p:ext uri="{BB962C8B-B14F-4D97-AF65-F5344CB8AC3E}">
        <p14:creationId xmlns:p14="http://schemas.microsoft.com/office/powerpoint/2010/main" val="412649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119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7</cp:revision>
  <dcterms:created xsi:type="dcterms:W3CDTF">2026-10-07T07:52:45Z</dcterms:created>
  <dcterms:modified xsi:type="dcterms:W3CDTF">2026-10-07T08:58:58Z</dcterms:modified>
</cp:coreProperties>
</file>